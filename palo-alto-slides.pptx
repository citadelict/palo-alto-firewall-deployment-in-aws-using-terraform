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IBM Plex Mono Bold" charset="1" panose="020B0809050203000203"/>
      <p:regular r:id="rId16"/>
    </p:embeddedFont>
    <p:embeddedFont>
      <p:font typeface="Canva Sans" charset="1" panose="020B0503030501040103"/>
      <p:regular r:id="rId18"/>
    </p:embeddedFont>
    <p:embeddedFont>
      <p:font typeface="Poppins Bold" charset="1" panose="00000800000000000000"/>
      <p:regular r:id="rId20"/>
    </p:embeddedFont>
    <p:embeddedFont>
      <p:font typeface="Poppins Semi-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18" Target="../media/image50.png" Type="http://schemas.openxmlformats.org/officeDocument/2006/relationships/image"/><Relationship Id="rId19" Target="../media/image51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3.png" Type="http://schemas.openxmlformats.org/officeDocument/2006/relationships/image"/><Relationship Id="rId9" Target="../media/image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3226" y="-1908558"/>
            <a:ext cx="1374822" cy="5462702"/>
            <a:chOff x="0" y="0"/>
            <a:chExt cx="1833096" cy="7283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1833118" cy="7283450"/>
            </a:xfrm>
            <a:custGeom>
              <a:avLst/>
              <a:gdLst/>
              <a:ahLst/>
              <a:cxnLst/>
              <a:rect r="r" b="b" t="t" l="l"/>
              <a:pathLst>
                <a:path h="7283450" w="1833118">
                  <a:moveTo>
                    <a:pt x="1808099" y="0"/>
                  </a:moveTo>
                  <a:lnTo>
                    <a:pt x="481584" y="2050796"/>
                  </a:lnTo>
                  <a:lnTo>
                    <a:pt x="474853" y="2056003"/>
                  </a:lnTo>
                  <a:lnTo>
                    <a:pt x="474853" y="4340733"/>
                  </a:lnTo>
                  <a:lnTo>
                    <a:pt x="0" y="5073269"/>
                  </a:lnTo>
                  <a:lnTo>
                    <a:pt x="956564" y="6548374"/>
                  </a:lnTo>
                  <a:lnTo>
                    <a:pt x="956564" y="7283450"/>
                  </a:lnTo>
                  <a:lnTo>
                    <a:pt x="991616" y="7283450"/>
                  </a:lnTo>
                  <a:lnTo>
                    <a:pt x="991616" y="6527800"/>
                  </a:lnTo>
                  <a:lnTo>
                    <a:pt x="48387" y="5073269"/>
                  </a:lnTo>
                  <a:lnTo>
                    <a:pt x="509905" y="4363974"/>
                  </a:lnTo>
                  <a:lnTo>
                    <a:pt x="509905" y="2079244"/>
                  </a:lnTo>
                  <a:lnTo>
                    <a:pt x="1833118" y="38608"/>
                  </a:lnTo>
                  <a:lnTo>
                    <a:pt x="180809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1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42418" y="1043076"/>
            <a:ext cx="268088" cy="268026"/>
          </a:xfrm>
          <a:custGeom>
            <a:avLst/>
            <a:gdLst/>
            <a:ahLst/>
            <a:cxnLst/>
            <a:rect r="r" b="b" t="t" l="l"/>
            <a:pathLst>
              <a:path h="268026" w="268088">
                <a:moveTo>
                  <a:pt x="0" y="0"/>
                </a:moveTo>
                <a:lnTo>
                  <a:pt x="268088" y="0"/>
                </a:lnTo>
                <a:lnTo>
                  <a:pt x="268088" y="268026"/>
                </a:lnTo>
                <a:lnTo>
                  <a:pt x="0" y="26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68868" y="1568876"/>
            <a:ext cx="268088" cy="268026"/>
          </a:xfrm>
          <a:custGeom>
            <a:avLst/>
            <a:gdLst/>
            <a:ahLst/>
            <a:cxnLst/>
            <a:rect r="r" b="b" t="t" l="l"/>
            <a:pathLst>
              <a:path h="268026" w="268088">
                <a:moveTo>
                  <a:pt x="0" y="0"/>
                </a:moveTo>
                <a:lnTo>
                  <a:pt x="268088" y="0"/>
                </a:lnTo>
                <a:lnTo>
                  <a:pt x="268088" y="268026"/>
                </a:lnTo>
                <a:lnTo>
                  <a:pt x="0" y="26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0618" y="1568876"/>
            <a:ext cx="268088" cy="268026"/>
          </a:xfrm>
          <a:custGeom>
            <a:avLst/>
            <a:gdLst/>
            <a:ahLst/>
            <a:cxnLst/>
            <a:rect r="r" b="b" t="t" l="l"/>
            <a:pathLst>
              <a:path h="268026" w="268088">
                <a:moveTo>
                  <a:pt x="0" y="0"/>
                </a:moveTo>
                <a:lnTo>
                  <a:pt x="268088" y="0"/>
                </a:lnTo>
                <a:lnTo>
                  <a:pt x="268088" y="268026"/>
                </a:lnTo>
                <a:lnTo>
                  <a:pt x="0" y="26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0618" y="935576"/>
            <a:ext cx="268088" cy="268026"/>
          </a:xfrm>
          <a:custGeom>
            <a:avLst/>
            <a:gdLst/>
            <a:ahLst/>
            <a:cxnLst/>
            <a:rect r="r" b="b" t="t" l="l"/>
            <a:pathLst>
              <a:path h="268026" w="268088">
                <a:moveTo>
                  <a:pt x="0" y="0"/>
                </a:moveTo>
                <a:lnTo>
                  <a:pt x="268088" y="0"/>
                </a:lnTo>
                <a:lnTo>
                  <a:pt x="268088" y="268026"/>
                </a:lnTo>
                <a:lnTo>
                  <a:pt x="0" y="268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71470" y="6522750"/>
            <a:ext cx="7841002" cy="5984448"/>
          </a:xfrm>
          <a:custGeom>
            <a:avLst/>
            <a:gdLst/>
            <a:ahLst/>
            <a:cxnLst/>
            <a:rect r="r" b="b" t="t" l="l"/>
            <a:pathLst>
              <a:path h="5984448" w="7841002">
                <a:moveTo>
                  <a:pt x="0" y="0"/>
                </a:moveTo>
                <a:lnTo>
                  <a:pt x="7841002" y="0"/>
                </a:lnTo>
                <a:lnTo>
                  <a:pt x="7841002" y="5984448"/>
                </a:lnTo>
                <a:lnTo>
                  <a:pt x="0" y="5984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339" t="-50337" r="-9379" b="-5330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23298" y="6275714"/>
            <a:ext cx="1963552" cy="4615582"/>
          </a:xfrm>
          <a:custGeom>
            <a:avLst/>
            <a:gdLst/>
            <a:ahLst/>
            <a:cxnLst/>
            <a:rect r="r" b="b" t="t" l="l"/>
            <a:pathLst>
              <a:path h="4615582" w="1963552">
                <a:moveTo>
                  <a:pt x="0" y="0"/>
                </a:moveTo>
                <a:lnTo>
                  <a:pt x="1963552" y="0"/>
                </a:lnTo>
                <a:lnTo>
                  <a:pt x="1963552" y="4615582"/>
                </a:lnTo>
                <a:lnTo>
                  <a:pt x="0" y="4615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13200" y="7832600"/>
            <a:ext cx="1164100" cy="1164850"/>
          </a:xfrm>
          <a:custGeom>
            <a:avLst/>
            <a:gdLst/>
            <a:ahLst/>
            <a:cxnLst/>
            <a:rect r="r" b="b" t="t" l="l"/>
            <a:pathLst>
              <a:path h="1164850" w="1164100">
                <a:moveTo>
                  <a:pt x="0" y="0"/>
                </a:moveTo>
                <a:lnTo>
                  <a:pt x="1164100" y="0"/>
                </a:lnTo>
                <a:lnTo>
                  <a:pt x="1164100" y="1164850"/>
                </a:lnTo>
                <a:lnTo>
                  <a:pt x="0" y="1164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13950" y="6079400"/>
            <a:ext cx="961786" cy="951656"/>
          </a:xfrm>
          <a:custGeom>
            <a:avLst/>
            <a:gdLst/>
            <a:ahLst/>
            <a:cxnLst/>
            <a:rect r="r" b="b" t="t" l="l"/>
            <a:pathLst>
              <a:path h="951656" w="961786">
                <a:moveTo>
                  <a:pt x="0" y="0"/>
                </a:moveTo>
                <a:lnTo>
                  <a:pt x="961786" y="0"/>
                </a:lnTo>
                <a:lnTo>
                  <a:pt x="961786" y="951656"/>
                </a:lnTo>
                <a:lnTo>
                  <a:pt x="0" y="9516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28024" y="7378416"/>
            <a:ext cx="1399856" cy="3302048"/>
          </a:xfrm>
          <a:custGeom>
            <a:avLst/>
            <a:gdLst/>
            <a:ahLst/>
            <a:cxnLst/>
            <a:rect r="r" b="b" t="t" l="l"/>
            <a:pathLst>
              <a:path h="3302048" w="1399856">
                <a:moveTo>
                  <a:pt x="0" y="0"/>
                </a:moveTo>
                <a:lnTo>
                  <a:pt x="1399856" y="0"/>
                </a:lnTo>
                <a:lnTo>
                  <a:pt x="1399856" y="3302048"/>
                </a:lnTo>
                <a:lnTo>
                  <a:pt x="0" y="3302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42850" y="8997450"/>
            <a:ext cx="1809332" cy="1452242"/>
          </a:xfrm>
          <a:custGeom>
            <a:avLst/>
            <a:gdLst/>
            <a:ahLst/>
            <a:cxnLst/>
            <a:rect r="r" b="b" t="t" l="l"/>
            <a:pathLst>
              <a:path h="1452242" w="1809332">
                <a:moveTo>
                  <a:pt x="0" y="0"/>
                </a:moveTo>
                <a:lnTo>
                  <a:pt x="1809332" y="0"/>
                </a:lnTo>
                <a:lnTo>
                  <a:pt x="1809332" y="1452242"/>
                </a:lnTo>
                <a:lnTo>
                  <a:pt x="0" y="14522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02912" y="8672076"/>
            <a:ext cx="9582150" cy="5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By Chidi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8868" y="3171065"/>
            <a:ext cx="13766550" cy="466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9"/>
              </a:lnSpc>
            </a:pPr>
            <a:r>
              <a:rPr lang="en-US" b="true" sz="9000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Palo Alto Firewall Deployment in AWS using </a:t>
            </a:r>
            <a:r>
              <a:rPr lang="en-US" b="true" sz="9000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IAC techniques</a:t>
            </a:r>
          </a:p>
        </p:txBody>
      </p:sp>
      <p:sp>
        <p:nvSpPr>
          <p:cNvPr name="AutoShape 16" id="16"/>
          <p:cNvSpPr/>
          <p:nvPr/>
        </p:nvSpPr>
        <p:spPr>
          <a:xfrm rot="8504">
            <a:off x="2184163" y="6619700"/>
            <a:ext cx="7700274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794124" y="6480818"/>
            <a:ext cx="277749" cy="277749"/>
          </a:xfrm>
          <a:custGeom>
            <a:avLst/>
            <a:gdLst/>
            <a:ahLst/>
            <a:cxnLst/>
            <a:rect r="r" b="b" t="t" l="l"/>
            <a:pathLst>
              <a:path h="277749" w="277749">
                <a:moveTo>
                  <a:pt x="0" y="0"/>
                </a:moveTo>
                <a:lnTo>
                  <a:pt x="277748" y="0"/>
                </a:lnTo>
                <a:lnTo>
                  <a:pt x="277748" y="277748"/>
                </a:lnTo>
                <a:lnTo>
                  <a:pt x="0" y="2777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5400000">
            <a:off x="16025339" y="2877261"/>
            <a:ext cx="287190" cy="287190"/>
            <a:chOff x="0" y="0"/>
            <a:chExt cx="382920" cy="382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2905" cy="382905"/>
            </a:xfrm>
            <a:custGeom>
              <a:avLst/>
              <a:gdLst/>
              <a:ahLst/>
              <a:cxnLst/>
              <a:rect r="r" b="b" t="t" l="l"/>
              <a:pathLst>
                <a:path h="382905" w="382905">
                  <a:moveTo>
                    <a:pt x="0" y="191516"/>
                  </a:moveTo>
                  <a:cubicBezTo>
                    <a:pt x="0" y="85725"/>
                    <a:pt x="85725" y="0"/>
                    <a:pt x="191516" y="0"/>
                  </a:cubicBezTo>
                  <a:lnTo>
                    <a:pt x="191516" y="12700"/>
                  </a:lnTo>
                  <a:lnTo>
                    <a:pt x="191516" y="0"/>
                  </a:lnTo>
                  <a:cubicBezTo>
                    <a:pt x="297180" y="0"/>
                    <a:pt x="382905" y="85725"/>
                    <a:pt x="382905" y="191516"/>
                  </a:cubicBezTo>
                  <a:cubicBezTo>
                    <a:pt x="382905" y="297307"/>
                    <a:pt x="297180" y="382905"/>
                    <a:pt x="191516" y="382905"/>
                  </a:cubicBezTo>
                  <a:lnTo>
                    <a:pt x="191516" y="370205"/>
                  </a:lnTo>
                  <a:lnTo>
                    <a:pt x="191516" y="382905"/>
                  </a:lnTo>
                  <a:cubicBezTo>
                    <a:pt x="85725" y="382905"/>
                    <a:pt x="0" y="297180"/>
                    <a:pt x="0" y="191516"/>
                  </a:cubicBezTo>
                  <a:lnTo>
                    <a:pt x="12700" y="191516"/>
                  </a:lnTo>
                  <a:lnTo>
                    <a:pt x="22606" y="199390"/>
                  </a:lnTo>
                  <a:cubicBezTo>
                    <a:pt x="19304" y="203581"/>
                    <a:pt x="13589" y="205232"/>
                    <a:pt x="8509" y="203454"/>
                  </a:cubicBezTo>
                  <a:cubicBezTo>
                    <a:pt x="3429" y="201676"/>
                    <a:pt x="0" y="196850"/>
                    <a:pt x="0" y="191516"/>
                  </a:cubicBezTo>
                  <a:moveTo>
                    <a:pt x="25400" y="191516"/>
                  </a:moveTo>
                  <a:lnTo>
                    <a:pt x="12700" y="191516"/>
                  </a:lnTo>
                  <a:lnTo>
                    <a:pt x="2794" y="183642"/>
                  </a:lnTo>
                  <a:cubicBezTo>
                    <a:pt x="6096" y="179451"/>
                    <a:pt x="11811" y="177800"/>
                    <a:pt x="16891" y="179578"/>
                  </a:cubicBezTo>
                  <a:cubicBezTo>
                    <a:pt x="21971" y="181356"/>
                    <a:pt x="25400" y="186182"/>
                    <a:pt x="25400" y="191516"/>
                  </a:cubicBezTo>
                  <a:cubicBezTo>
                    <a:pt x="25400" y="283210"/>
                    <a:pt x="99695" y="357505"/>
                    <a:pt x="191516" y="357505"/>
                  </a:cubicBezTo>
                  <a:cubicBezTo>
                    <a:pt x="283337" y="357505"/>
                    <a:pt x="357505" y="283210"/>
                    <a:pt x="357505" y="191516"/>
                  </a:cubicBezTo>
                  <a:lnTo>
                    <a:pt x="370205" y="191516"/>
                  </a:lnTo>
                  <a:lnTo>
                    <a:pt x="357505" y="191516"/>
                  </a:lnTo>
                  <a:cubicBezTo>
                    <a:pt x="357505" y="99695"/>
                    <a:pt x="283210" y="25400"/>
                    <a:pt x="191516" y="25400"/>
                  </a:cubicBezTo>
                  <a:lnTo>
                    <a:pt x="191516" y="12700"/>
                  </a:lnTo>
                  <a:lnTo>
                    <a:pt x="191516" y="25400"/>
                  </a:lnTo>
                  <a:cubicBezTo>
                    <a:pt x="99695" y="25400"/>
                    <a:pt x="25400" y="99695"/>
                    <a:pt x="25400" y="191516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20" id="20"/>
          <p:cNvSpPr/>
          <p:nvPr/>
        </p:nvSpPr>
        <p:spPr>
          <a:xfrm rot="5381856">
            <a:off x="14364150" y="1167400"/>
            <a:ext cx="3609500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5400000">
            <a:off x="16095030" y="2947010"/>
            <a:ext cx="147688" cy="147688"/>
            <a:chOff x="0" y="0"/>
            <a:chExt cx="196917" cy="1969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453245" y="7285591"/>
            <a:ext cx="275262" cy="275262"/>
            <a:chOff x="0" y="0"/>
            <a:chExt cx="367016" cy="3670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5494711" y="7327057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685095" y="6537941"/>
            <a:ext cx="275262" cy="275262"/>
            <a:chOff x="0" y="0"/>
            <a:chExt cx="367016" cy="367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4726561" y="6579407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6671995" y="5165541"/>
            <a:ext cx="275262" cy="275262"/>
            <a:chOff x="0" y="0"/>
            <a:chExt cx="367016" cy="3670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6713461" y="5207007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5400000">
            <a:off x="15374078" y="2287166"/>
            <a:ext cx="2842094" cy="5666714"/>
            <a:chOff x="0" y="0"/>
            <a:chExt cx="3789459" cy="75556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27"/>
              <a:ext cx="3789426" cy="7555485"/>
            </a:xfrm>
            <a:custGeom>
              <a:avLst/>
              <a:gdLst/>
              <a:ahLst/>
              <a:cxnLst/>
              <a:rect r="r" b="b" t="t" l="l"/>
              <a:pathLst>
                <a:path h="7555485" w="3789426">
                  <a:moveTo>
                    <a:pt x="3766185" y="0"/>
                  </a:moveTo>
                  <a:lnTo>
                    <a:pt x="2781300" y="983107"/>
                  </a:lnTo>
                  <a:lnTo>
                    <a:pt x="2776220" y="989838"/>
                  </a:lnTo>
                  <a:lnTo>
                    <a:pt x="2776220" y="3570986"/>
                  </a:lnTo>
                  <a:lnTo>
                    <a:pt x="1654810" y="4694174"/>
                  </a:lnTo>
                  <a:lnTo>
                    <a:pt x="1649730" y="4697603"/>
                  </a:lnTo>
                  <a:lnTo>
                    <a:pt x="1649730" y="6613906"/>
                  </a:lnTo>
                  <a:lnTo>
                    <a:pt x="1051560" y="7213854"/>
                  </a:lnTo>
                  <a:lnTo>
                    <a:pt x="0" y="7213854"/>
                  </a:lnTo>
                  <a:lnTo>
                    <a:pt x="0" y="7555485"/>
                  </a:lnTo>
                  <a:lnTo>
                    <a:pt x="35052" y="7555485"/>
                  </a:lnTo>
                  <a:lnTo>
                    <a:pt x="35052" y="7247128"/>
                  </a:lnTo>
                  <a:lnTo>
                    <a:pt x="1066546" y="7247128"/>
                  </a:lnTo>
                  <a:lnTo>
                    <a:pt x="1683131" y="6628892"/>
                  </a:lnTo>
                  <a:lnTo>
                    <a:pt x="1683131" y="4712589"/>
                  </a:lnTo>
                  <a:lnTo>
                    <a:pt x="2806319" y="3589401"/>
                  </a:lnTo>
                  <a:lnTo>
                    <a:pt x="2809621" y="3585972"/>
                  </a:lnTo>
                  <a:lnTo>
                    <a:pt x="2809621" y="1004824"/>
                  </a:lnTo>
                  <a:lnTo>
                    <a:pt x="3789426" y="23241"/>
                  </a:lnTo>
                  <a:lnTo>
                    <a:pt x="376618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2"/>
            </a:gra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0300" y="-2295598"/>
            <a:ext cx="7466248" cy="5698400"/>
          </a:xfrm>
          <a:custGeom>
            <a:avLst/>
            <a:gdLst/>
            <a:ahLst/>
            <a:cxnLst/>
            <a:rect r="r" b="b" t="t" l="l"/>
            <a:pathLst>
              <a:path h="5698400" w="7466248">
                <a:moveTo>
                  <a:pt x="0" y="0"/>
                </a:moveTo>
                <a:lnTo>
                  <a:pt x="7466248" y="0"/>
                </a:lnTo>
                <a:lnTo>
                  <a:pt x="7466248" y="5698400"/>
                </a:lnTo>
                <a:lnTo>
                  <a:pt x="0" y="569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39" t="-50337" r="-9379" b="-533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8842" y="1078998"/>
            <a:ext cx="3036944" cy="6061314"/>
          </a:xfrm>
          <a:custGeom>
            <a:avLst/>
            <a:gdLst/>
            <a:ahLst/>
            <a:cxnLst/>
            <a:rect r="r" b="b" t="t" l="l"/>
            <a:pathLst>
              <a:path h="6061314" w="3036944">
                <a:moveTo>
                  <a:pt x="0" y="0"/>
                </a:moveTo>
                <a:lnTo>
                  <a:pt x="3036944" y="0"/>
                </a:lnTo>
                <a:lnTo>
                  <a:pt x="3036944" y="6061314"/>
                </a:lnTo>
                <a:lnTo>
                  <a:pt x="0" y="606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6501178" y="-1754360"/>
            <a:ext cx="2842094" cy="5666714"/>
            <a:chOff x="0" y="0"/>
            <a:chExt cx="3789459" cy="7555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789426" cy="7555485"/>
            </a:xfrm>
            <a:custGeom>
              <a:avLst/>
              <a:gdLst/>
              <a:ahLst/>
              <a:cxnLst/>
              <a:rect r="r" b="b" t="t" l="l"/>
              <a:pathLst>
                <a:path h="7555485" w="3789426">
                  <a:moveTo>
                    <a:pt x="3766185" y="0"/>
                  </a:moveTo>
                  <a:lnTo>
                    <a:pt x="2781300" y="983107"/>
                  </a:lnTo>
                  <a:lnTo>
                    <a:pt x="2776220" y="989838"/>
                  </a:lnTo>
                  <a:lnTo>
                    <a:pt x="2776220" y="3570986"/>
                  </a:lnTo>
                  <a:lnTo>
                    <a:pt x="1654810" y="4694174"/>
                  </a:lnTo>
                  <a:lnTo>
                    <a:pt x="1649730" y="4697603"/>
                  </a:lnTo>
                  <a:lnTo>
                    <a:pt x="1649730" y="6613906"/>
                  </a:lnTo>
                  <a:lnTo>
                    <a:pt x="1051560" y="7213854"/>
                  </a:lnTo>
                  <a:lnTo>
                    <a:pt x="0" y="7213854"/>
                  </a:lnTo>
                  <a:lnTo>
                    <a:pt x="0" y="7555485"/>
                  </a:lnTo>
                  <a:lnTo>
                    <a:pt x="35052" y="7555485"/>
                  </a:lnTo>
                  <a:lnTo>
                    <a:pt x="35052" y="7247128"/>
                  </a:lnTo>
                  <a:lnTo>
                    <a:pt x="1066546" y="7247128"/>
                  </a:lnTo>
                  <a:lnTo>
                    <a:pt x="1683131" y="6628892"/>
                  </a:lnTo>
                  <a:lnTo>
                    <a:pt x="1683131" y="4712589"/>
                  </a:lnTo>
                  <a:lnTo>
                    <a:pt x="2806319" y="3589401"/>
                  </a:lnTo>
                  <a:lnTo>
                    <a:pt x="2809621" y="3585972"/>
                  </a:lnTo>
                  <a:lnTo>
                    <a:pt x="2809621" y="1004824"/>
                  </a:lnTo>
                  <a:lnTo>
                    <a:pt x="3789426" y="23241"/>
                  </a:lnTo>
                  <a:lnTo>
                    <a:pt x="376618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2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86402" y="540000"/>
            <a:ext cx="6306630" cy="10238410"/>
          </a:xfrm>
          <a:custGeom>
            <a:avLst/>
            <a:gdLst/>
            <a:ahLst/>
            <a:cxnLst/>
            <a:rect r="r" b="b" t="t" l="l"/>
            <a:pathLst>
              <a:path h="10238410" w="6306630">
                <a:moveTo>
                  <a:pt x="0" y="0"/>
                </a:moveTo>
                <a:lnTo>
                  <a:pt x="6306630" y="0"/>
                </a:lnTo>
                <a:lnTo>
                  <a:pt x="6306630" y="10238410"/>
                </a:lnTo>
                <a:lnTo>
                  <a:pt x="0" y="1023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686945" y="9469167"/>
            <a:ext cx="275262" cy="275262"/>
            <a:chOff x="0" y="0"/>
            <a:chExt cx="367016" cy="367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728411" y="9510633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877595" y="7585817"/>
            <a:ext cx="275262" cy="275262"/>
            <a:chOff x="0" y="0"/>
            <a:chExt cx="367016" cy="367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919061" y="7627283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609545" y="4845717"/>
            <a:ext cx="275262" cy="275262"/>
            <a:chOff x="0" y="0"/>
            <a:chExt cx="367016" cy="367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91389" y="12700"/>
                  </a:lnTo>
                  <a:lnTo>
                    <a:pt x="191389" y="0"/>
                  </a:lnTo>
                  <a:cubicBezTo>
                    <a:pt x="297053" y="0"/>
                    <a:pt x="382778" y="85725"/>
                    <a:pt x="3827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lnTo>
                    <a:pt x="191389" y="370078"/>
                  </a:lnTo>
                  <a:lnTo>
                    <a:pt x="191389" y="382778"/>
                  </a:lnTo>
                  <a:cubicBezTo>
                    <a:pt x="85725" y="382778"/>
                    <a:pt x="0" y="297053"/>
                    <a:pt x="0" y="191389"/>
                  </a:cubicBezTo>
                  <a:lnTo>
                    <a:pt x="12700" y="191389"/>
                  </a:lnTo>
                  <a:lnTo>
                    <a:pt x="25400" y="191389"/>
                  </a:lnTo>
                  <a:lnTo>
                    <a:pt x="12700" y="191389"/>
                  </a:lnTo>
                  <a:lnTo>
                    <a:pt x="0" y="191389"/>
                  </a:lnTo>
                  <a:moveTo>
                    <a:pt x="25400" y="191389"/>
                  </a:moveTo>
                  <a:cubicBezTo>
                    <a:pt x="25400" y="198374"/>
                    <a:pt x="19685" y="204089"/>
                    <a:pt x="12700" y="204089"/>
                  </a:cubicBezTo>
                  <a:cubicBezTo>
                    <a:pt x="5715" y="204089"/>
                    <a:pt x="0" y="198374"/>
                    <a:pt x="0" y="191389"/>
                  </a:cubicBezTo>
                  <a:cubicBezTo>
                    <a:pt x="0" y="184404"/>
                    <a:pt x="5715" y="178689"/>
                    <a:pt x="12700" y="178689"/>
                  </a:cubicBezTo>
                  <a:cubicBezTo>
                    <a:pt x="19685" y="178689"/>
                    <a:pt x="25400" y="184404"/>
                    <a:pt x="25400" y="191389"/>
                  </a:cubicBezTo>
                  <a:cubicBezTo>
                    <a:pt x="25400" y="283083"/>
                    <a:pt x="99695" y="357378"/>
                    <a:pt x="191389" y="357378"/>
                  </a:cubicBez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7651011" y="4887183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152326" y="7547893"/>
            <a:ext cx="3910998" cy="4145594"/>
          </a:xfrm>
          <a:custGeom>
            <a:avLst/>
            <a:gdLst/>
            <a:ahLst/>
            <a:cxnLst/>
            <a:rect r="r" b="b" t="t" l="l"/>
            <a:pathLst>
              <a:path h="4145594" w="3910998">
                <a:moveTo>
                  <a:pt x="0" y="0"/>
                </a:moveTo>
                <a:lnTo>
                  <a:pt x="3910998" y="0"/>
                </a:lnTo>
                <a:lnTo>
                  <a:pt x="3910998" y="4145594"/>
                </a:lnTo>
                <a:lnTo>
                  <a:pt x="0" y="4145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040296" y="-1146328"/>
            <a:ext cx="3004582" cy="5613684"/>
          </a:xfrm>
          <a:custGeom>
            <a:avLst/>
            <a:gdLst/>
            <a:ahLst/>
            <a:cxnLst/>
            <a:rect r="r" b="b" t="t" l="l"/>
            <a:pathLst>
              <a:path h="5613684" w="3004582">
                <a:moveTo>
                  <a:pt x="0" y="0"/>
                </a:moveTo>
                <a:lnTo>
                  <a:pt x="3004582" y="0"/>
                </a:lnTo>
                <a:lnTo>
                  <a:pt x="3004582" y="5613684"/>
                </a:lnTo>
                <a:lnTo>
                  <a:pt x="0" y="5613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92712" y="1660514"/>
            <a:ext cx="1522515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 Project Overview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77110" y="3962218"/>
            <a:ext cx="13111758" cy="299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walkthrough guide for deploying a </a:t>
            </a:r>
          </a:p>
          <a:p>
            <a:pPr algn="ctr">
              <a:lnSpc>
                <a:spcPts val="7979"/>
              </a:lnSpc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Palo Alto Networks VM-Series firewall</a:t>
            </a:r>
          </a:p>
          <a:p>
            <a:pPr algn="ctr">
              <a:lnSpc>
                <a:spcPts val="7979"/>
              </a:lnSpc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AWS using Terraform.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41750" y="-3450774"/>
            <a:ext cx="8054888" cy="8323727"/>
          </a:xfrm>
          <a:custGeom>
            <a:avLst/>
            <a:gdLst/>
            <a:ahLst/>
            <a:cxnLst/>
            <a:rect r="r" b="b" t="t" l="l"/>
            <a:pathLst>
              <a:path h="8323727" w="8054888">
                <a:moveTo>
                  <a:pt x="0" y="0"/>
                </a:moveTo>
                <a:lnTo>
                  <a:pt x="8054888" y="0"/>
                </a:lnTo>
                <a:lnTo>
                  <a:pt x="8054888" y="8323727"/>
                </a:lnTo>
                <a:lnTo>
                  <a:pt x="0" y="8323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77283" y="448877"/>
            <a:ext cx="287250" cy="287250"/>
            <a:chOff x="0" y="0"/>
            <a:chExt cx="383000" cy="38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3032" cy="383032"/>
            </a:xfrm>
            <a:custGeom>
              <a:avLst/>
              <a:gdLst/>
              <a:ahLst/>
              <a:cxnLst/>
              <a:rect r="r" b="b" t="t" l="l"/>
              <a:pathLst>
                <a:path h="383032" w="383032">
                  <a:moveTo>
                    <a:pt x="0" y="191516"/>
                  </a:moveTo>
                  <a:cubicBezTo>
                    <a:pt x="0" y="85725"/>
                    <a:pt x="85725" y="0"/>
                    <a:pt x="191516" y="0"/>
                  </a:cubicBezTo>
                  <a:lnTo>
                    <a:pt x="191516" y="12700"/>
                  </a:lnTo>
                  <a:lnTo>
                    <a:pt x="191516" y="0"/>
                  </a:lnTo>
                  <a:cubicBezTo>
                    <a:pt x="297307" y="0"/>
                    <a:pt x="383032" y="85725"/>
                    <a:pt x="383032" y="191516"/>
                  </a:cubicBezTo>
                  <a:cubicBezTo>
                    <a:pt x="383032" y="297307"/>
                    <a:pt x="297307" y="383032"/>
                    <a:pt x="191516" y="383032"/>
                  </a:cubicBezTo>
                  <a:lnTo>
                    <a:pt x="191516" y="370332"/>
                  </a:lnTo>
                  <a:lnTo>
                    <a:pt x="191516" y="383032"/>
                  </a:lnTo>
                  <a:cubicBezTo>
                    <a:pt x="85725" y="383032"/>
                    <a:pt x="0" y="297307"/>
                    <a:pt x="0" y="191516"/>
                  </a:cubicBezTo>
                  <a:lnTo>
                    <a:pt x="12700" y="191516"/>
                  </a:lnTo>
                  <a:lnTo>
                    <a:pt x="22606" y="199390"/>
                  </a:lnTo>
                  <a:cubicBezTo>
                    <a:pt x="19304" y="203581"/>
                    <a:pt x="13589" y="205232"/>
                    <a:pt x="8509" y="203454"/>
                  </a:cubicBezTo>
                  <a:cubicBezTo>
                    <a:pt x="3429" y="201676"/>
                    <a:pt x="0" y="196850"/>
                    <a:pt x="0" y="191516"/>
                  </a:cubicBezTo>
                  <a:moveTo>
                    <a:pt x="25400" y="191516"/>
                  </a:moveTo>
                  <a:lnTo>
                    <a:pt x="12700" y="191516"/>
                  </a:lnTo>
                  <a:lnTo>
                    <a:pt x="2794" y="183642"/>
                  </a:lnTo>
                  <a:cubicBezTo>
                    <a:pt x="6096" y="179451"/>
                    <a:pt x="11811" y="177800"/>
                    <a:pt x="16891" y="179578"/>
                  </a:cubicBezTo>
                  <a:cubicBezTo>
                    <a:pt x="21971" y="181356"/>
                    <a:pt x="25400" y="186182"/>
                    <a:pt x="25400" y="191516"/>
                  </a:cubicBezTo>
                  <a:cubicBezTo>
                    <a:pt x="25400" y="283210"/>
                    <a:pt x="99822" y="357632"/>
                    <a:pt x="191516" y="357632"/>
                  </a:cubicBezTo>
                  <a:cubicBezTo>
                    <a:pt x="283210" y="357632"/>
                    <a:pt x="357632" y="283210"/>
                    <a:pt x="357632" y="191516"/>
                  </a:cubicBezTo>
                  <a:lnTo>
                    <a:pt x="370332" y="191516"/>
                  </a:lnTo>
                  <a:lnTo>
                    <a:pt x="357632" y="191516"/>
                  </a:lnTo>
                  <a:cubicBezTo>
                    <a:pt x="357632" y="99822"/>
                    <a:pt x="283210" y="25400"/>
                    <a:pt x="191516" y="25400"/>
                  </a:cubicBezTo>
                  <a:lnTo>
                    <a:pt x="191516" y="12700"/>
                  </a:lnTo>
                  <a:lnTo>
                    <a:pt x="191516" y="25400"/>
                  </a:lnTo>
                  <a:cubicBezTo>
                    <a:pt x="99822" y="25400"/>
                    <a:pt x="25400" y="99822"/>
                    <a:pt x="25400" y="191516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5" id="5"/>
          <p:cNvSpPr/>
          <p:nvPr/>
        </p:nvSpPr>
        <p:spPr>
          <a:xfrm rot="5381856">
            <a:off x="-237326" y="592504"/>
            <a:ext cx="3609500" cy="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347034" y="518686"/>
            <a:ext cx="147600" cy="147600"/>
            <a:chOff x="0" y="0"/>
            <a:chExt cx="196800" cy="19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04446" y="766828"/>
            <a:ext cx="8840750" cy="201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7"/>
              </a:lnSpc>
            </a:pPr>
            <a:r>
              <a:rPr lang="en-US" sz="5897" b="true">
                <a:solidFill>
                  <a:srgbClr val="0C0A9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🚀 Prerequisites</a:t>
            </a:r>
          </a:p>
          <a:p>
            <a:pPr algn="l">
              <a:lnSpc>
                <a:spcPts val="813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11208" y="3324439"/>
            <a:ext cx="628455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b="true" sz="3800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AWS Account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0920" y="4193724"/>
            <a:ext cx="5139150" cy="1955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Ensure you already have an AWS account with the proper iam user with programatic access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75621" y="4613529"/>
            <a:ext cx="5139150" cy="9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Install terraform into your local Machine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1208" y="8066602"/>
            <a:ext cx="5139150" cy="1955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You need to install AWS CLI into your local Machine or whatver VM you are working with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75621" y="8274558"/>
            <a:ext cx="5139150" cy="9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1D1D1D"/>
                </a:solidFill>
                <a:latin typeface="Poppins"/>
                <a:ea typeface="Poppins"/>
                <a:cs typeface="Poppins"/>
                <a:sym typeface="Poppins"/>
              </a:rPr>
              <a:t>Create an SSH keypair and download it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11208" y="2240067"/>
            <a:ext cx="1932150" cy="125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000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1208" y="6291891"/>
            <a:ext cx="1932150" cy="125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000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5621" y="2240067"/>
            <a:ext cx="1932150" cy="125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000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75621" y="6263315"/>
            <a:ext cx="1932150" cy="125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000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75621" y="3609618"/>
            <a:ext cx="628455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b="true" sz="3800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Terraform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1208" y="7305745"/>
            <a:ext cx="628455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b="true" sz="3800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AWS CLI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75621" y="7305745"/>
            <a:ext cx="6284550" cy="6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b="true" sz="3800">
                <a:solidFill>
                  <a:srgbClr val="1D1D1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SSH Key Pair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410" y="-3435949"/>
            <a:ext cx="8335274" cy="8323727"/>
          </a:xfrm>
          <a:custGeom>
            <a:avLst/>
            <a:gdLst/>
            <a:ahLst/>
            <a:cxnLst/>
            <a:rect r="r" b="b" t="t" l="l"/>
            <a:pathLst>
              <a:path h="8323727" w="8335274">
                <a:moveTo>
                  <a:pt x="0" y="0"/>
                </a:moveTo>
                <a:lnTo>
                  <a:pt x="8335274" y="0"/>
                </a:lnTo>
                <a:lnTo>
                  <a:pt x="8335274" y="8323727"/>
                </a:lnTo>
                <a:lnTo>
                  <a:pt x="0" y="8323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89227" y="2203793"/>
            <a:ext cx="3222150" cy="191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9"/>
              </a:lnSpc>
            </a:pPr>
            <a:r>
              <a:rPr lang="en-US" b="true" sz="12399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09551" y="8032450"/>
            <a:ext cx="7782552" cy="5939800"/>
          </a:xfrm>
          <a:custGeom>
            <a:avLst/>
            <a:gdLst/>
            <a:ahLst/>
            <a:cxnLst/>
            <a:rect r="r" b="b" t="t" l="l"/>
            <a:pathLst>
              <a:path h="5939800" w="7782552">
                <a:moveTo>
                  <a:pt x="0" y="0"/>
                </a:moveTo>
                <a:lnTo>
                  <a:pt x="7782552" y="0"/>
                </a:lnTo>
                <a:lnTo>
                  <a:pt x="7782552" y="5939800"/>
                </a:lnTo>
                <a:lnTo>
                  <a:pt x="0" y="5939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339" t="-50337" r="-9379" b="-533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7166" y="8891114"/>
            <a:ext cx="3389240" cy="2720338"/>
          </a:xfrm>
          <a:custGeom>
            <a:avLst/>
            <a:gdLst/>
            <a:ahLst/>
            <a:cxnLst/>
            <a:rect r="r" b="b" t="t" l="l"/>
            <a:pathLst>
              <a:path h="2720338" w="3389240">
                <a:moveTo>
                  <a:pt x="0" y="0"/>
                </a:moveTo>
                <a:lnTo>
                  <a:pt x="3389240" y="0"/>
                </a:lnTo>
                <a:lnTo>
                  <a:pt x="3389240" y="2720338"/>
                </a:lnTo>
                <a:lnTo>
                  <a:pt x="0" y="2720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37425" y="4090457"/>
            <a:ext cx="11013150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0"/>
              </a:lnSpc>
            </a:pPr>
            <a:r>
              <a:rPr lang="en-US" sz="1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Infrastructure</a:t>
            </a:r>
          </a:p>
          <a:p>
            <a:pPr algn="l">
              <a:lnSpc>
                <a:spcPts val="12840"/>
              </a:lnSpc>
            </a:pPr>
            <a:r>
              <a:rPr lang="en-US" b="true" sz="10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with Terraform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55100" y="206322"/>
            <a:ext cx="8012526" cy="9498582"/>
          </a:xfrm>
          <a:custGeom>
            <a:avLst/>
            <a:gdLst/>
            <a:ahLst/>
            <a:cxnLst/>
            <a:rect r="r" b="b" t="t" l="l"/>
            <a:pathLst>
              <a:path h="9498582" w="8012526">
                <a:moveTo>
                  <a:pt x="0" y="0"/>
                </a:moveTo>
                <a:lnTo>
                  <a:pt x="8012526" y="0"/>
                </a:lnTo>
                <a:lnTo>
                  <a:pt x="8012526" y="9498582"/>
                </a:lnTo>
                <a:lnTo>
                  <a:pt x="0" y="9498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141036" y="162600"/>
            <a:ext cx="5850380" cy="6115336"/>
            <a:chOff x="0" y="0"/>
            <a:chExt cx="7800507" cy="81537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0467" cy="8153654"/>
            </a:xfrm>
            <a:custGeom>
              <a:avLst/>
              <a:gdLst/>
              <a:ahLst/>
              <a:cxnLst/>
              <a:rect r="r" b="b" t="t" l="l"/>
              <a:pathLst>
                <a:path h="8153654" w="7800467">
                  <a:moveTo>
                    <a:pt x="7775448" y="0"/>
                  </a:moveTo>
                  <a:lnTo>
                    <a:pt x="6527292" y="1246505"/>
                  </a:lnTo>
                  <a:lnTo>
                    <a:pt x="6004052" y="1246505"/>
                  </a:lnTo>
                  <a:lnTo>
                    <a:pt x="4485894" y="2767965"/>
                  </a:lnTo>
                  <a:lnTo>
                    <a:pt x="4479163" y="2771267"/>
                  </a:lnTo>
                  <a:lnTo>
                    <a:pt x="4479163" y="4629277"/>
                  </a:lnTo>
                  <a:lnTo>
                    <a:pt x="3474339" y="5635879"/>
                  </a:lnTo>
                  <a:lnTo>
                    <a:pt x="3469259" y="5640959"/>
                  </a:lnTo>
                  <a:lnTo>
                    <a:pt x="3469259" y="6479032"/>
                  </a:lnTo>
                  <a:lnTo>
                    <a:pt x="2496185" y="7452233"/>
                  </a:lnTo>
                  <a:lnTo>
                    <a:pt x="676529" y="7452233"/>
                  </a:lnTo>
                  <a:lnTo>
                    <a:pt x="0" y="8128762"/>
                  </a:lnTo>
                  <a:lnTo>
                    <a:pt x="25019" y="8153654"/>
                  </a:lnTo>
                  <a:lnTo>
                    <a:pt x="691515" y="7487158"/>
                  </a:lnTo>
                  <a:lnTo>
                    <a:pt x="2509520" y="7487158"/>
                  </a:lnTo>
                  <a:lnTo>
                    <a:pt x="3497707" y="6498971"/>
                  </a:lnTo>
                  <a:lnTo>
                    <a:pt x="3502787" y="6493891"/>
                  </a:lnTo>
                  <a:lnTo>
                    <a:pt x="3502787" y="5654040"/>
                  </a:lnTo>
                  <a:lnTo>
                    <a:pt x="4509389" y="4649216"/>
                  </a:lnTo>
                  <a:lnTo>
                    <a:pt x="4512691" y="4644263"/>
                  </a:lnTo>
                  <a:lnTo>
                    <a:pt x="4512691" y="2786253"/>
                  </a:lnTo>
                  <a:lnTo>
                    <a:pt x="6019038" y="1283208"/>
                  </a:lnTo>
                  <a:lnTo>
                    <a:pt x="6538976" y="1283208"/>
                  </a:lnTo>
                  <a:lnTo>
                    <a:pt x="7800467" y="23368"/>
                  </a:lnTo>
                  <a:lnTo>
                    <a:pt x="777544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975026" y="-2602350"/>
            <a:ext cx="8397032" cy="6408802"/>
          </a:xfrm>
          <a:custGeom>
            <a:avLst/>
            <a:gdLst/>
            <a:ahLst/>
            <a:cxnLst/>
            <a:rect r="r" b="b" t="t" l="l"/>
            <a:pathLst>
              <a:path h="6408802" w="8397032">
                <a:moveTo>
                  <a:pt x="0" y="0"/>
                </a:moveTo>
                <a:lnTo>
                  <a:pt x="8397032" y="0"/>
                </a:lnTo>
                <a:lnTo>
                  <a:pt x="8397032" y="6408802"/>
                </a:lnTo>
                <a:lnTo>
                  <a:pt x="0" y="6408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339" t="-50337" r="-9379" b="-5331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998186" y="6708658"/>
            <a:ext cx="916090" cy="915574"/>
          </a:xfrm>
          <a:custGeom>
            <a:avLst/>
            <a:gdLst/>
            <a:ahLst/>
            <a:cxnLst/>
            <a:rect r="r" b="b" t="t" l="l"/>
            <a:pathLst>
              <a:path h="915574" w="916090">
                <a:moveTo>
                  <a:pt x="0" y="0"/>
                </a:moveTo>
                <a:lnTo>
                  <a:pt x="916090" y="0"/>
                </a:lnTo>
                <a:lnTo>
                  <a:pt x="916090" y="915574"/>
                </a:lnTo>
                <a:lnTo>
                  <a:pt x="0" y="915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287649" y="1073359"/>
            <a:ext cx="427638" cy="427638"/>
            <a:chOff x="0" y="0"/>
            <a:chExt cx="570184" cy="570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0517" cy="580644"/>
            </a:xfrm>
            <a:custGeom>
              <a:avLst/>
              <a:gdLst/>
              <a:ahLst/>
              <a:cxnLst/>
              <a:rect r="r" b="b" t="t" l="l"/>
              <a:pathLst>
                <a:path h="580644" w="580517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290322" y="12700"/>
                  </a:lnTo>
                  <a:lnTo>
                    <a:pt x="290322" y="0"/>
                  </a:lnTo>
                  <a:cubicBezTo>
                    <a:pt x="450596" y="0"/>
                    <a:pt x="580517" y="129921"/>
                    <a:pt x="580517" y="290322"/>
                  </a:cubicBezTo>
                  <a:lnTo>
                    <a:pt x="567817" y="290322"/>
                  </a:lnTo>
                  <a:lnTo>
                    <a:pt x="580517" y="290322"/>
                  </a:lnTo>
                  <a:cubicBezTo>
                    <a:pt x="580517" y="450596"/>
                    <a:pt x="450596" y="580644"/>
                    <a:pt x="290195" y="580644"/>
                  </a:cubicBezTo>
                  <a:lnTo>
                    <a:pt x="290195" y="567944"/>
                  </a:lnTo>
                  <a:lnTo>
                    <a:pt x="290195" y="580644"/>
                  </a:lnTo>
                  <a:cubicBezTo>
                    <a:pt x="129921" y="580517"/>
                    <a:pt x="0" y="450596"/>
                    <a:pt x="0" y="290322"/>
                  </a:cubicBezTo>
                  <a:lnTo>
                    <a:pt x="12700" y="290322"/>
                  </a:lnTo>
                  <a:lnTo>
                    <a:pt x="25400" y="290322"/>
                  </a:lnTo>
                  <a:lnTo>
                    <a:pt x="12700" y="290322"/>
                  </a:lnTo>
                  <a:lnTo>
                    <a:pt x="0" y="290322"/>
                  </a:lnTo>
                  <a:moveTo>
                    <a:pt x="25400" y="290322"/>
                  </a:moveTo>
                  <a:cubicBezTo>
                    <a:pt x="25400" y="297307"/>
                    <a:pt x="19685" y="303022"/>
                    <a:pt x="12700" y="303022"/>
                  </a:cubicBezTo>
                  <a:cubicBezTo>
                    <a:pt x="5715" y="303022"/>
                    <a:pt x="0" y="297307"/>
                    <a:pt x="0" y="290322"/>
                  </a:cubicBezTo>
                  <a:cubicBezTo>
                    <a:pt x="0" y="283337"/>
                    <a:pt x="5715" y="277622"/>
                    <a:pt x="12700" y="277622"/>
                  </a:cubicBezTo>
                  <a:cubicBezTo>
                    <a:pt x="19685" y="277622"/>
                    <a:pt x="25400" y="283337"/>
                    <a:pt x="25400" y="290322"/>
                  </a:cubicBezTo>
                  <a:cubicBezTo>
                    <a:pt x="25400" y="436626"/>
                    <a:pt x="144018" y="555244"/>
                    <a:pt x="290322" y="555244"/>
                  </a:cubicBezTo>
                  <a:cubicBezTo>
                    <a:pt x="436626" y="555244"/>
                    <a:pt x="555244" y="436626"/>
                    <a:pt x="555244" y="290322"/>
                  </a:cubicBezTo>
                  <a:cubicBezTo>
                    <a:pt x="555244" y="144018"/>
                    <a:pt x="436626" y="25400"/>
                    <a:pt x="290322" y="25400"/>
                  </a:cubicBezTo>
                  <a:lnTo>
                    <a:pt x="290322" y="12700"/>
                  </a:lnTo>
                  <a:lnTo>
                    <a:pt x="290322" y="25400"/>
                  </a:lnTo>
                  <a:cubicBezTo>
                    <a:pt x="144018" y="25400"/>
                    <a:pt x="25400" y="144018"/>
                    <a:pt x="25400" y="290322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352070" y="1137780"/>
            <a:ext cx="298876" cy="298876"/>
          </a:xfrm>
          <a:custGeom>
            <a:avLst/>
            <a:gdLst/>
            <a:ahLst/>
            <a:cxnLst/>
            <a:rect r="r" b="b" t="t" l="l"/>
            <a:pathLst>
              <a:path h="298876" w="298876">
                <a:moveTo>
                  <a:pt x="0" y="0"/>
                </a:moveTo>
                <a:lnTo>
                  <a:pt x="298876" y="0"/>
                </a:lnTo>
                <a:lnTo>
                  <a:pt x="298876" y="298876"/>
                </a:lnTo>
                <a:lnTo>
                  <a:pt x="0" y="298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02799" y="4929685"/>
            <a:ext cx="427638" cy="427638"/>
            <a:chOff x="0" y="0"/>
            <a:chExt cx="570184" cy="570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0517" cy="580644"/>
            </a:xfrm>
            <a:custGeom>
              <a:avLst/>
              <a:gdLst/>
              <a:ahLst/>
              <a:cxnLst/>
              <a:rect r="r" b="b" t="t" l="l"/>
              <a:pathLst>
                <a:path h="580644" w="580517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290322" y="12700"/>
                  </a:lnTo>
                  <a:lnTo>
                    <a:pt x="290322" y="0"/>
                  </a:lnTo>
                  <a:cubicBezTo>
                    <a:pt x="450596" y="0"/>
                    <a:pt x="580517" y="129921"/>
                    <a:pt x="580517" y="290322"/>
                  </a:cubicBezTo>
                  <a:lnTo>
                    <a:pt x="567817" y="290322"/>
                  </a:lnTo>
                  <a:lnTo>
                    <a:pt x="580517" y="290322"/>
                  </a:lnTo>
                  <a:cubicBezTo>
                    <a:pt x="580517" y="450596"/>
                    <a:pt x="450596" y="580644"/>
                    <a:pt x="290195" y="580644"/>
                  </a:cubicBezTo>
                  <a:lnTo>
                    <a:pt x="290195" y="567944"/>
                  </a:lnTo>
                  <a:lnTo>
                    <a:pt x="290195" y="580644"/>
                  </a:lnTo>
                  <a:cubicBezTo>
                    <a:pt x="129921" y="580517"/>
                    <a:pt x="0" y="450596"/>
                    <a:pt x="0" y="290322"/>
                  </a:cubicBezTo>
                  <a:lnTo>
                    <a:pt x="12700" y="290322"/>
                  </a:lnTo>
                  <a:lnTo>
                    <a:pt x="25400" y="290322"/>
                  </a:lnTo>
                  <a:lnTo>
                    <a:pt x="12700" y="290322"/>
                  </a:lnTo>
                  <a:lnTo>
                    <a:pt x="0" y="290322"/>
                  </a:lnTo>
                  <a:moveTo>
                    <a:pt x="25400" y="290322"/>
                  </a:moveTo>
                  <a:cubicBezTo>
                    <a:pt x="25400" y="297307"/>
                    <a:pt x="19685" y="303022"/>
                    <a:pt x="12700" y="303022"/>
                  </a:cubicBezTo>
                  <a:cubicBezTo>
                    <a:pt x="5715" y="303022"/>
                    <a:pt x="0" y="297307"/>
                    <a:pt x="0" y="290322"/>
                  </a:cubicBezTo>
                  <a:cubicBezTo>
                    <a:pt x="0" y="283337"/>
                    <a:pt x="5715" y="277622"/>
                    <a:pt x="12700" y="277622"/>
                  </a:cubicBezTo>
                  <a:cubicBezTo>
                    <a:pt x="19685" y="277622"/>
                    <a:pt x="25400" y="283337"/>
                    <a:pt x="25400" y="290322"/>
                  </a:cubicBezTo>
                  <a:cubicBezTo>
                    <a:pt x="25400" y="436626"/>
                    <a:pt x="144018" y="555244"/>
                    <a:pt x="290322" y="555244"/>
                  </a:cubicBezTo>
                  <a:cubicBezTo>
                    <a:pt x="436626" y="555244"/>
                    <a:pt x="555244" y="436626"/>
                    <a:pt x="555244" y="290322"/>
                  </a:cubicBezTo>
                  <a:cubicBezTo>
                    <a:pt x="555244" y="144018"/>
                    <a:pt x="436626" y="25400"/>
                    <a:pt x="290322" y="25400"/>
                  </a:cubicBezTo>
                  <a:lnTo>
                    <a:pt x="290322" y="12700"/>
                  </a:lnTo>
                  <a:lnTo>
                    <a:pt x="290322" y="25400"/>
                  </a:lnTo>
                  <a:cubicBezTo>
                    <a:pt x="144018" y="25400"/>
                    <a:pt x="25400" y="144018"/>
                    <a:pt x="25400" y="290322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167220" y="4994106"/>
            <a:ext cx="298876" cy="298876"/>
          </a:xfrm>
          <a:custGeom>
            <a:avLst/>
            <a:gdLst/>
            <a:ahLst/>
            <a:cxnLst/>
            <a:rect r="r" b="b" t="t" l="l"/>
            <a:pathLst>
              <a:path h="298876" w="298876">
                <a:moveTo>
                  <a:pt x="0" y="0"/>
                </a:moveTo>
                <a:lnTo>
                  <a:pt x="298876" y="0"/>
                </a:lnTo>
                <a:lnTo>
                  <a:pt x="298876" y="298876"/>
                </a:lnTo>
                <a:lnTo>
                  <a:pt x="0" y="298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909050" y="8328100"/>
            <a:ext cx="295800" cy="295800"/>
            <a:chOff x="0" y="0"/>
            <a:chExt cx="394400" cy="39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4462" cy="394462"/>
            </a:xfrm>
            <a:custGeom>
              <a:avLst/>
              <a:gdLst/>
              <a:ahLst/>
              <a:cxnLst/>
              <a:rect r="r" b="b" t="t" l="l"/>
              <a:pathLst>
                <a:path h="394462" w="394462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cubicBezTo>
                    <a:pt x="306197" y="0"/>
                    <a:pt x="394462" y="88265"/>
                    <a:pt x="394462" y="197231"/>
                  </a:cubicBezTo>
                  <a:cubicBezTo>
                    <a:pt x="394462" y="306197"/>
                    <a:pt x="306070" y="394462"/>
                    <a:pt x="197231" y="394462"/>
                  </a:cubicBezTo>
                  <a:cubicBezTo>
                    <a:pt x="88392" y="394462"/>
                    <a:pt x="0" y="306070"/>
                    <a:pt x="0" y="19723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0A9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32409" y="6029877"/>
            <a:ext cx="287250" cy="287250"/>
            <a:chOff x="0" y="0"/>
            <a:chExt cx="383000" cy="38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3032" cy="383032"/>
            </a:xfrm>
            <a:custGeom>
              <a:avLst/>
              <a:gdLst/>
              <a:ahLst/>
              <a:cxnLst/>
              <a:rect r="r" b="b" t="t" l="l"/>
              <a:pathLst>
                <a:path h="383032" w="383032">
                  <a:moveTo>
                    <a:pt x="0" y="191516"/>
                  </a:moveTo>
                  <a:cubicBezTo>
                    <a:pt x="0" y="85725"/>
                    <a:pt x="85725" y="0"/>
                    <a:pt x="191516" y="0"/>
                  </a:cubicBezTo>
                  <a:lnTo>
                    <a:pt x="191516" y="12700"/>
                  </a:lnTo>
                  <a:lnTo>
                    <a:pt x="191516" y="0"/>
                  </a:lnTo>
                  <a:cubicBezTo>
                    <a:pt x="297307" y="0"/>
                    <a:pt x="383032" y="85725"/>
                    <a:pt x="383032" y="191516"/>
                  </a:cubicBezTo>
                  <a:cubicBezTo>
                    <a:pt x="383032" y="297307"/>
                    <a:pt x="297307" y="383032"/>
                    <a:pt x="191516" y="383032"/>
                  </a:cubicBezTo>
                  <a:lnTo>
                    <a:pt x="191516" y="370332"/>
                  </a:lnTo>
                  <a:lnTo>
                    <a:pt x="191516" y="383032"/>
                  </a:lnTo>
                  <a:cubicBezTo>
                    <a:pt x="85725" y="383032"/>
                    <a:pt x="0" y="297307"/>
                    <a:pt x="0" y="191516"/>
                  </a:cubicBezTo>
                  <a:lnTo>
                    <a:pt x="12700" y="191516"/>
                  </a:lnTo>
                  <a:lnTo>
                    <a:pt x="22606" y="199390"/>
                  </a:lnTo>
                  <a:cubicBezTo>
                    <a:pt x="19304" y="203581"/>
                    <a:pt x="13589" y="205232"/>
                    <a:pt x="8509" y="203454"/>
                  </a:cubicBezTo>
                  <a:cubicBezTo>
                    <a:pt x="3429" y="201676"/>
                    <a:pt x="0" y="196850"/>
                    <a:pt x="0" y="191516"/>
                  </a:cubicBezTo>
                  <a:moveTo>
                    <a:pt x="25400" y="191516"/>
                  </a:moveTo>
                  <a:lnTo>
                    <a:pt x="12700" y="191516"/>
                  </a:lnTo>
                  <a:lnTo>
                    <a:pt x="2794" y="183642"/>
                  </a:lnTo>
                  <a:cubicBezTo>
                    <a:pt x="6096" y="179451"/>
                    <a:pt x="11811" y="177800"/>
                    <a:pt x="16891" y="179578"/>
                  </a:cubicBezTo>
                  <a:cubicBezTo>
                    <a:pt x="21971" y="181356"/>
                    <a:pt x="25400" y="186182"/>
                    <a:pt x="25400" y="191516"/>
                  </a:cubicBezTo>
                  <a:cubicBezTo>
                    <a:pt x="25400" y="283210"/>
                    <a:pt x="99822" y="357632"/>
                    <a:pt x="191516" y="357632"/>
                  </a:cubicBezTo>
                  <a:cubicBezTo>
                    <a:pt x="283210" y="357632"/>
                    <a:pt x="357632" y="283210"/>
                    <a:pt x="357632" y="191516"/>
                  </a:cubicBezTo>
                  <a:lnTo>
                    <a:pt x="370332" y="191516"/>
                  </a:lnTo>
                  <a:lnTo>
                    <a:pt x="357632" y="191516"/>
                  </a:lnTo>
                  <a:cubicBezTo>
                    <a:pt x="357632" y="99822"/>
                    <a:pt x="283210" y="25400"/>
                    <a:pt x="191516" y="25400"/>
                  </a:cubicBezTo>
                  <a:lnTo>
                    <a:pt x="191516" y="12700"/>
                  </a:lnTo>
                  <a:lnTo>
                    <a:pt x="191516" y="25400"/>
                  </a:lnTo>
                  <a:cubicBezTo>
                    <a:pt x="99822" y="25400"/>
                    <a:pt x="25400" y="99822"/>
                    <a:pt x="25400" y="191516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22" id="22"/>
          <p:cNvSpPr/>
          <p:nvPr/>
        </p:nvSpPr>
        <p:spPr>
          <a:xfrm>
            <a:off x="1631374" y="7171207"/>
            <a:ext cx="8944650" cy="1905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502158" y="6099686"/>
            <a:ext cx="147600" cy="147600"/>
            <a:chOff x="0" y="0"/>
            <a:chExt cx="196800" cy="19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657" y="9777126"/>
            <a:ext cx="3180817" cy="176253"/>
          </a:xfrm>
          <a:custGeom>
            <a:avLst/>
            <a:gdLst/>
            <a:ahLst/>
            <a:cxnLst/>
            <a:rect r="r" b="b" t="t" l="l"/>
            <a:pathLst>
              <a:path h="176253" w="3180817">
                <a:moveTo>
                  <a:pt x="0" y="0"/>
                </a:moveTo>
                <a:lnTo>
                  <a:pt x="3180818" y="0"/>
                </a:lnTo>
                <a:lnTo>
                  <a:pt x="3180818" y="176253"/>
                </a:lnTo>
                <a:lnTo>
                  <a:pt x="0" y="176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7400" y="2771450"/>
            <a:ext cx="8056358" cy="10567110"/>
          </a:xfrm>
          <a:custGeom>
            <a:avLst/>
            <a:gdLst/>
            <a:ahLst/>
            <a:cxnLst/>
            <a:rect r="r" b="b" t="t" l="l"/>
            <a:pathLst>
              <a:path h="10567110" w="8056358">
                <a:moveTo>
                  <a:pt x="0" y="0"/>
                </a:moveTo>
                <a:lnTo>
                  <a:pt x="8056358" y="0"/>
                </a:lnTo>
                <a:lnTo>
                  <a:pt x="8056358" y="10567110"/>
                </a:lnTo>
                <a:lnTo>
                  <a:pt x="0" y="1056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2116" y="-613678"/>
            <a:ext cx="1833648" cy="1400398"/>
          </a:xfrm>
          <a:custGeom>
            <a:avLst/>
            <a:gdLst/>
            <a:ahLst/>
            <a:cxnLst/>
            <a:rect r="r" b="b" t="t" l="l"/>
            <a:pathLst>
              <a:path h="1400398" w="1833648">
                <a:moveTo>
                  <a:pt x="0" y="0"/>
                </a:moveTo>
                <a:lnTo>
                  <a:pt x="1833648" y="0"/>
                </a:lnTo>
                <a:lnTo>
                  <a:pt x="1833648" y="1400398"/>
                </a:lnTo>
                <a:lnTo>
                  <a:pt x="0" y="1400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1100" y="-3398074"/>
            <a:ext cx="8394502" cy="6406848"/>
          </a:xfrm>
          <a:custGeom>
            <a:avLst/>
            <a:gdLst/>
            <a:ahLst/>
            <a:cxnLst/>
            <a:rect r="r" b="b" t="t" l="l"/>
            <a:pathLst>
              <a:path h="6406848" w="8394502">
                <a:moveTo>
                  <a:pt x="0" y="0"/>
                </a:moveTo>
                <a:lnTo>
                  <a:pt x="8394502" y="0"/>
                </a:lnTo>
                <a:lnTo>
                  <a:pt x="8394502" y="6406848"/>
                </a:lnTo>
                <a:lnTo>
                  <a:pt x="0" y="6406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2339" t="-50337" r="-9379" b="-533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2075" y="-1096683"/>
            <a:ext cx="4615582" cy="1963552"/>
          </a:xfrm>
          <a:custGeom>
            <a:avLst/>
            <a:gdLst/>
            <a:ahLst/>
            <a:cxnLst/>
            <a:rect r="r" b="b" t="t" l="l"/>
            <a:pathLst>
              <a:path h="1963552" w="4615582">
                <a:moveTo>
                  <a:pt x="0" y="0"/>
                </a:moveTo>
                <a:lnTo>
                  <a:pt x="4615582" y="0"/>
                </a:lnTo>
                <a:lnTo>
                  <a:pt x="4615582" y="1963552"/>
                </a:lnTo>
                <a:lnTo>
                  <a:pt x="0" y="19635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0845" y="-777991"/>
            <a:ext cx="4615582" cy="1963552"/>
          </a:xfrm>
          <a:custGeom>
            <a:avLst/>
            <a:gdLst/>
            <a:ahLst/>
            <a:cxnLst/>
            <a:rect r="r" b="b" t="t" l="l"/>
            <a:pathLst>
              <a:path h="1963552" w="4615582">
                <a:moveTo>
                  <a:pt x="0" y="0"/>
                </a:moveTo>
                <a:lnTo>
                  <a:pt x="4615582" y="0"/>
                </a:lnTo>
                <a:lnTo>
                  <a:pt x="4615582" y="1963552"/>
                </a:lnTo>
                <a:lnTo>
                  <a:pt x="0" y="1963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8757" y="115647"/>
            <a:ext cx="2987007" cy="176253"/>
          </a:xfrm>
          <a:custGeom>
            <a:avLst/>
            <a:gdLst/>
            <a:ahLst/>
            <a:cxnLst/>
            <a:rect r="r" b="b" t="t" l="l"/>
            <a:pathLst>
              <a:path h="176253" w="2987007">
                <a:moveTo>
                  <a:pt x="0" y="0"/>
                </a:moveTo>
                <a:lnTo>
                  <a:pt x="2987008" y="0"/>
                </a:lnTo>
                <a:lnTo>
                  <a:pt x="2987008" y="176253"/>
                </a:lnTo>
                <a:lnTo>
                  <a:pt x="0" y="176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90862" y="-370072"/>
            <a:ext cx="509974" cy="510262"/>
          </a:xfrm>
          <a:custGeom>
            <a:avLst/>
            <a:gdLst/>
            <a:ahLst/>
            <a:cxnLst/>
            <a:rect r="r" b="b" t="t" l="l"/>
            <a:pathLst>
              <a:path h="510262" w="509974">
                <a:moveTo>
                  <a:pt x="0" y="0"/>
                </a:moveTo>
                <a:lnTo>
                  <a:pt x="509974" y="0"/>
                </a:lnTo>
                <a:lnTo>
                  <a:pt x="509974" y="510262"/>
                </a:lnTo>
                <a:lnTo>
                  <a:pt x="0" y="5102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96012" y="-51372"/>
            <a:ext cx="509974" cy="510262"/>
          </a:xfrm>
          <a:custGeom>
            <a:avLst/>
            <a:gdLst/>
            <a:ahLst/>
            <a:cxnLst/>
            <a:rect r="r" b="b" t="t" l="l"/>
            <a:pathLst>
              <a:path h="510262" w="509974">
                <a:moveTo>
                  <a:pt x="0" y="0"/>
                </a:moveTo>
                <a:lnTo>
                  <a:pt x="509974" y="0"/>
                </a:lnTo>
                <a:lnTo>
                  <a:pt x="509974" y="510262"/>
                </a:lnTo>
                <a:lnTo>
                  <a:pt x="0" y="5102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" y="8264567"/>
            <a:ext cx="4616812" cy="2282244"/>
          </a:xfrm>
          <a:custGeom>
            <a:avLst/>
            <a:gdLst/>
            <a:ahLst/>
            <a:cxnLst/>
            <a:rect r="r" b="b" t="t" l="l"/>
            <a:pathLst>
              <a:path h="2282244" w="4616812">
                <a:moveTo>
                  <a:pt x="0" y="0"/>
                </a:moveTo>
                <a:lnTo>
                  <a:pt x="4616812" y="0"/>
                </a:lnTo>
                <a:lnTo>
                  <a:pt x="4616812" y="2282244"/>
                </a:lnTo>
                <a:lnTo>
                  <a:pt x="0" y="22822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592359" y="8762927"/>
            <a:ext cx="287250" cy="287250"/>
            <a:chOff x="0" y="0"/>
            <a:chExt cx="383000" cy="38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3032" cy="383032"/>
            </a:xfrm>
            <a:custGeom>
              <a:avLst/>
              <a:gdLst/>
              <a:ahLst/>
              <a:cxnLst/>
              <a:rect r="r" b="b" t="t" l="l"/>
              <a:pathLst>
                <a:path h="383032" w="383032">
                  <a:moveTo>
                    <a:pt x="0" y="191516"/>
                  </a:moveTo>
                  <a:cubicBezTo>
                    <a:pt x="0" y="85725"/>
                    <a:pt x="85725" y="0"/>
                    <a:pt x="191516" y="0"/>
                  </a:cubicBezTo>
                  <a:lnTo>
                    <a:pt x="191516" y="12700"/>
                  </a:lnTo>
                  <a:lnTo>
                    <a:pt x="191516" y="0"/>
                  </a:lnTo>
                  <a:cubicBezTo>
                    <a:pt x="297307" y="0"/>
                    <a:pt x="383032" y="85725"/>
                    <a:pt x="383032" y="191516"/>
                  </a:cubicBezTo>
                  <a:cubicBezTo>
                    <a:pt x="383032" y="297307"/>
                    <a:pt x="297307" y="383032"/>
                    <a:pt x="191516" y="383032"/>
                  </a:cubicBezTo>
                  <a:lnTo>
                    <a:pt x="191516" y="370332"/>
                  </a:lnTo>
                  <a:lnTo>
                    <a:pt x="191516" y="383032"/>
                  </a:lnTo>
                  <a:cubicBezTo>
                    <a:pt x="85725" y="383032"/>
                    <a:pt x="0" y="297307"/>
                    <a:pt x="0" y="191516"/>
                  </a:cubicBezTo>
                  <a:lnTo>
                    <a:pt x="12700" y="191516"/>
                  </a:lnTo>
                  <a:lnTo>
                    <a:pt x="22606" y="199390"/>
                  </a:lnTo>
                  <a:cubicBezTo>
                    <a:pt x="19304" y="203581"/>
                    <a:pt x="13589" y="205232"/>
                    <a:pt x="8509" y="203454"/>
                  </a:cubicBezTo>
                  <a:cubicBezTo>
                    <a:pt x="3429" y="201676"/>
                    <a:pt x="0" y="196850"/>
                    <a:pt x="0" y="191516"/>
                  </a:cubicBezTo>
                  <a:moveTo>
                    <a:pt x="25400" y="191516"/>
                  </a:moveTo>
                  <a:lnTo>
                    <a:pt x="12700" y="191516"/>
                  </a:lnTo>
                  <a:lnTo>
                    <a:pt x="2794" y="183642"/>
                  </a:lnTo>
                  <a:cubicBezTo>
                    <a:pt x="6096" y="179451"/>
                    <a:pt x="11811" y="177800"/>
                    <a:pt x="16891" y="179578"/>
                  </a:cubicBezTo>
                  <a:cubicBezTo>
                    <a:pt x="21971" y="181356"/>
                    <a:pt x="25400" y="186182"/>
                    <a:pt x="25400" y="191516"/>
                  </a:cubicBezTo>
                  <a:cubicBezTo>
                    <a:pt x="25400" y="283210"/>
                    <a:pt x="99822" y="357632"/>
                    <a:pt x="191516" y="357632"/>
                  </a:cubicBezTo>
                  <a:cubicBezTo>
                    <a:pt x="283210" y="357632"/>
                    <a:pt x="357632" y="283210"/>
                    <a:pt x="357632" y="191516"/>
                  </a:cubicBezTo>
                  <a:lnTo>
                    <a:pt x="370332" y="191516"/>
                  </a:lnTo>
                  <a:lnTo>
                    <a:pt x="357632" y="191516"/>
                  </a:lnTo>
                  <a:cubicBezTo>
                    <a:pt x="357632" y="99822"/>
                    <a:pt x="283210" y="25400"/>
                    <a:pt x="191516" y="25400"/>
                  </a:cubicBezTo>
                  <a:lnTo>
                    <a:pt x="191516" y="12700"/>
                  </a:lnTo>
                  <a:lnTo>
                    <a:pt x="191516" y="25400"/>
                  </a:lnTo>
                  <a:cubicBezTo>
                    <a:pt x="99822" y="25400"/>
                    <a:pt x="25400" y="99822"/>
                    <a:pt x="25400" y="191516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62108" y="8832736"/>
            <a:ext cx="147600" cy="147600"/>
            <a:chOff x="0" y="0"/>
            <a:chExt cx="196800" cy="19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08401" y="1951499"/>
            <a:ext cx="322215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9"/>
              </a:lnSpc>
            </a:pPr>
            <a:r>
              <a:rPr lang="en-US" b="true" sz="12399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8854" y="4149813"/>
            <a:ext cx="14543982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0"/>
              </a:lnSpc>
            </a:pPr>
            <a:r>
              <a:rPr lang="en-US" sz="9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🔒 Post-Deployment Access</a:t>
            </a:r>
          </a:p>
          <a:p>
            <a:pPr algn="l">
              <a:lnSpc>
                <a:spcPts val="1044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918" y="-112874"/>
            <a:ext cx="3077124" cy="1943178"/>
          </a:xfrm>
          <a:custGeom>
            <a:avLst/>
            <a:gdLst/>
            <a:ahLst/>
            <a:cxnLst/>
            <a:rect r="r" b="b" t="t" l="l"/>
            <a:pathLst>
              <a:path h="1943178" w="3077124">
                <a:moveTo>
                  <a:pt x="0" y="0"/>
                </a:moveTo>
                <a:lnTo>
                  <a:pt x="3077124" y="0"/>
                </a:lnTo>
                <a:lnTo>
                  <a:pt x="3077124" y="1943178"/>
                </a:lnTo>
                <a:lnTo>
                  <a:pt x="0" y="194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520933">
            <a:off x="-1801729" y="-1910752"/>
            <a:ext cx="5561194" cy="4816015"/>
            <a:chOff x="0" y="0"/>
            <a:chExt cx="7414926" cy="64213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14895" cy="6421374"/>
            </a:xfrm>
            <a:custGeom>
              <a:avLst/>
              <a:gdLst/>
              <a:ahLst/>
              <a:cxnLst/>
              <a:rect r="r" b="b" t="t" l="l"/>
              <a:pathLst>
                <a:path h="6421374" w="7414895">
                  <a:moveTo>
                    <a:pt x="1852676" y="0"/>
                  </a:moveTo>
                  <a:lnTo>
                    <a:pt x="0" y="3209544"/>
                  </a:lnTo>
                  <a:lnTo>
                    <a:pt x="1852676" y="6421374"/>
                  </a:lnTo>
                  <a:lnTo>
                    <a:pt x="5562219" y="6421374"/>
                  </a:lnTo>
                  <a:lnTo>
                    <a:pt x="7414895" y="3209544"/>
                  </a:lnTo>
                  <a:lnTo>
                    <a:pt x="556221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5F8FF">
                    <a:alpha val="100000"/>
                  </a:srgbClr>
                </a:gs>
                <a:gs pos="22000">
                  <a:srgbClr val="F5F8FF">
                    <a:alpha val="100000"/>
                  </a:srgbClr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13779073"/>
            </a:gradFill>
          </p:spPr>
        </p:sp>
      </p:grpSp>
      <p:sp>
        <p:nvSpPr>
          <p:cNvPr name="Freeform 5" id="5"/>
          <p:cNvSpPr/>
          <p:nvPr/>
        </p:nvSpPr>
        <p:spPr>
          <a:xfrm flipH="false" flipV="false" rot="-7479050">
            <a:off x="-4571135" y="-3278285"/>
            <a:ext cx="9779726" cy="7464120"/>
          </a:xfrm>
          <a:custGeom>
            <a:avLst/>
            <a:gdLst/>
            <a:ahLst/>
            <a:cxnLst/>
            <a:rect r="r" b="b" t="t" l="l"/>
            <a:pathLst>
              <a:path h="7464120" w="9779726">
                <a:moveTo>
                  <a:pt x="0" y="0"/>
                </a:moveTo>
                <a:lnTo>
                  <a:pt x="9779726" y="0"/>
                </a:lnTo>
                <a:lnTo>
                  <a:pt x="9779726" y="7464120"/>
                </a:lnTo>
                <a:lnTo>
                  <a:pt x="0" y="7464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299" r="0" b="-2730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4824" y="-696100"/>
            <a:ext cx="878400" cy="878200"/>
          </a:xfrm>
          <a:custGeom>
            <a:avLst/>
            <a:gdLst/>
            <a:ahLst/>
            <a:cxnLst/>
            <a:rect r="r" b="b" t="t" l="l"/>
            <a:pathLst>
              <a:path h="878200" w="878400">
                <a:moveTo>
                  <a:pt x="0" y="0"/>
                </a:moveTo>
                <a:lnTo>
                  <a:pt x="878400" y="0"/>
                </a:lnTo>
                <a:lnTo>
                  <a:pt x="878400" y="878200"/>
                </a:lnTo>
                <a:lnTo>
                  <a:pt x="0" y="878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13506750" y="5797200"/>
            <a:ext cx="8207300" cy="6264000"/>
          </a:xfrm>
          <a:custGeom>
            <a:avLst/>
            <a:gdLst/>
            <a:ahLst/>
            <a:cxnLst/>
            <a:rect r="r" b="b" t="t" l="l"/>
            <a:pathLst>
              <a:path h="6264000" w="8207300">
                <a:moveTo>
                  <a:pt x="8207300" y="0"/>
                </a:moveTo>
                <a:lnTo>
                  <a:pt x="0" y="0"/>
                </a:lnTo>
                <a:lnTo>
                  <a:pt x="0" y="6264000"/>
                </a:lnTo>
                <a:lnTo>
                  <a:pt x="8207300" y="6264000"/>
                </a:lnTo>
                <a:lnTo>
                  <a:pt x="8207300" y="0"/>
                </a:lnTo>
                <a:close/>
              </a:path>
            </a:pathLst>
          </a:custGeom>
          <a:blipFill>
            <a:blip r:embed="rId8"/>
            <a:stretch>
              <a:fillRect l="-22339" t="-50337" r="-9379" b="-5331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46137" y="8345329"/>
            <a:ext cx="2373544" cy="2956810"/>
          </a:xfrm>
          <a:custGeom>
            <a:avLst/>
            <a:gdLst/>
            <a:ahLst/>
            <a:cxnLst/>
            <a:rect r="r" b="b" t="t" l="l"/>
            <a:pathLst>
              <a:path h="2956810" w="2373544">
                <a:moveTo>
                  <a:pt x="0" y="0"/>
                </a:moveTo>
                <a:lnTo>
                  <a:pt x="2373544" y="0"/>
                </a:lnTo>
                <a:lnTo>
                  <a:pt x="2373544" y="2956810"/>
                </a:lnTo>
                <a:lnTo>
                  <a:pt x="0" y="29568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14581329" y="8220033"/>
            <a:ext cx="275262" cy="275262"/>
            <a:chOff x="0" y="0"/>
            <a:chExt cx="367016" cy="367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357378" y="191389"/>
                  </a:move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lnTo>
                    <a:pt x="12700" y="191389"/>
                  </a:lnTo>
                  <a:lnTo>
                    <a:pt x="25400" y="191389"/>
                  </a:lnTo>
                  <a:cubicBezTo>
                    <a:pt x="25400" y="283083"/>
                    <a:pt x="99695" y="357378"/>
                    <a:pt x="191389" y="357378"/>
                  </a:cubicBezTo>
                  <a:lnTo>
                    <a:pt x="191389" y="370078"/>
                  </a:lnTo>
                  <a:lnTo>
                    <a:pt x="191389" y="357378"/>
                  </a:ln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184404"/>
                    <a:pt x="363093" y="178689"/>
                    <a:pt x="370078" y="178689"/>
                  </a:cubicBezTo>
                  <a:cubicBezTo>
                    <a:pt x="377063" y="178689"/>
                    <a:pt x="382778" y="184404"/>
                    <a:pt x="382778" y="191389"/>
                  </a:cubicBezTo>
                  <a:lnTo>
                    <a:pt x="370078" y="191389"/>
                  </a:lnTo>
                  <a:lnTo>
                    <a:pt x="357378" y="191389"/>
                  </a:lnTo>
                  <a:moveTo>
                    <a:pt x="382778" y="191389"/>
                  </a:moveTo>
                  <a:cubicBezTo>
                    <a:pt x="382778" y="198374"/>
                    <a:pt x="377063" y="204089"/>
                    <a:pt x="370078" y="204089"/>
                  </a:cubicBezTo>
                  <a:cubicBezTo>
                    <a:pt x="363093" y="204089"/>
                    <a:pt x="357378" y="198374"/>
                    <a:pt x="3573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cubicBezTo>
                    <a:pt x="85725" y="382778"/>
                    <a:pt x="0" y="297053"/>
                    <a:pt x="0" y="191389"/>
                  </a:cubicBezTo>
                  <a:cubicBezTo>
                    <a:pt x="0" y="85725"/>
                    <a:pt x="85725" y="0"/>
                    <a:pt x="191389" y="0"/>
                  </a:cubicBezTo>
                  <a:cubicBezTo>
                    <a:pt x="297053" y="0"/>
                    <a:pt x="382778" y="85725"/>
                    <a:pt x="382778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622795" y="8261499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3833679" y="7451883"/>
            <a:ext cx="275262" cy="275262"/>
            <a:chOff x="0" y="0"/>
            <a:chExt cx="367016" cy="367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357378" y="191389"/>
                  </a:move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lnTo>
                    <a:pt x="12700" y="191389"/>
                  </a:lnTo>
                  <a:lnTo>
                    <a:pt x="25400" y="191389"/>
                  </a:lnTo>
                  <a:cubicBezTo>
                    <a:pt x="25400" y="283083"/>
                    <a:pt x="99695" y="357378"/>
                    <a:pt x="191389" y="357378"/>
                  </a:cubicBezTo>
                  <a:lnTo>
                    <a:pt x="191389" y="370078"/>
                  </a:lnTo>
                  <a:lnTo>
                    <a:pt x="191389" y="357378"/>
                  </a:ln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184404"/>
                    <a:pt x="363093" y="178689"/>
                    <a:pt x="370078" y="178689"/>
                  </a:cubicBezTo>
                  <a:cubicBezTo>
                    <a:pt x="377063" y="178689"/>
                    <a:pt x="382778" y="184404"/>
                    <a:pt x="382778" y="191389"/>
                  </a:cubicBezTo>
                  <a:lnTo>
                    <a:pt x="370078" y="191389"/>
                  </a:lnTo>
                  <a:lnTo>
                    <a:pt x="357378" y="191389"/>
                  </a:lnTo>
                  <a:moveTo>
                    <a:pt x="382778" y="191389"/>
                  </a:moveTo>
                  <a:cubicBezTo>
                    <a:pt x="382778" y="198374"/>
                    <a:pt x="377063" y="204089"/>
                    <a:pt x="370078" y="204089"/>
                  </a:cubicBezTo>
                  <a:cubicBezTo>
                    <a:pt x="363093" y="204089"/>
                    <a:pt x="357378" y="198374"/>
                    <a:pt x="3573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cubicBezTo>
                    <a:pt x="85725" y="382778"/>
                    <a:pt x="0" y="297053"/>
                    <a:pt x="0" y="191389"/>
                  </a:cubicBezTo>
                  <a:cubicBezTo>
                    <a:pt x="0" y="85725"/>
                    <a:pt x="85725" y="0"/>
                    <a:pt x="191389" y="0"/>
                  </a:cubicBezTo>
                  <a:cubicBezTo>
                    <a:pt x="297053" y="0"/>
                    <a:pt x="382778" y="85725"/>
                    <a:pt x="382778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875145" y="7493349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13637" y="7360287"/>
            <a:ext cx="1164850" cy="1164100"/>
          </a:xfrm>
          <a:custGeom>
            <a:avLst/>
            <a:gdLst/>
            <a:ahLst/>
            <a:cxnLst/>
            <a:rect r="r" b="b" t="t" l="l"/>
            <a:pathLst>
              <a:path h="1164100" w="1164850">
                <a:moveTo>
                  <a:pt x="0" y="0"/>
                </a:moveTo>
                <a:lnTo>
                  <a:pt x="1164850" y="0"/>
                </a:lnTo>
                <a:lnTo>
                  <a:pt x="1164850" y="1164100"/>
                </a:lnTo>
                <a:lnTo>
                  <a:pt x="0" y="11641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29004" y="9810410"/>
            <a:ext cx="3302048" cy="1399856"/>
          </a:xfrm>
          <a:custGeom>
            <a:avLst/>
            <a:gdLst/>
            <a:ahLst/>
            <a:cxnLst/>
            <a:rect r="r" b="b" t="t" l="l"/>
            <a:pathLst>
              <a:path h="1399856" w="3302048">
                <a:moveTo>
                  <a:pt x="0" y="0"/>
                </a:moveTo>
                <a:lnTo>
                  <a:pt x="3302048" y="0"/>
                </a:lnTo>
                <a:lnTo>
                  <a:pt x="3302048" y="1399856"/>
                </a:lnTo>
                <a:lnTo>
                  <a:pt x="0" y="13998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37839" y="9448047"/>
            <a:ext cx="946907" cy="937752"/>
          </a:xfrm>
          <a:custGeom>
            <a:avLst/>
            <a:gdLst/>
            <a:ahLst/>
            <a:cxnLst/>
            <a:rect r="r" b="b" t="t" l="l"/>
            <a:pathLst>
              <a:path h="937752" w="946907">
                <a:moveTo>
                  <a:pt x="0" y="0"/>
                </a:moveTo>
                <a:lnTo>
                  <a:pt x="946908" y="0"/>
                </a:lnTo>
                <a:lnTo>
                  <a:pt x="946908" y="937752"/>
                </a:lnTo>
                <a:lnTo>
                  <a:pt x="0" y="9377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856439" y="9577947"/>
            <a:ext cx="946907" cy="937752"/>
          </a:xfrm>
          <a:custGeom>
            <a:avLst/>
            <a:gdLst/>
            <a:ahLst/>
            <a:cxnLst/>
            <a:rect r="r" b="b" t="t" l="l"/>
            <a:pathLst>
              <a:path h="937752" w="946907">
                <a:moveTo>
                  <a:pt x="0" y="0"/>
                </a:moveTo>
                <a:lnTo>
                  <a:pt x="946908" y="0"/>
                </a:lnTo>
                <a:lnTo>
                  <a:pt x="946908" y="937752"/>
                </a:lnTo>
                <a:lnTo>
                  <a:pt x="0" y="9377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5400000">
            <a:off x="11940329" y="9909207"/>
            <a:ext cx="275262" cy="275262"/>
            <a:chOff x="0" y="0"/>
            <a:chExt cx="367016" cy="367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357378" y="191389"/>
                  </a:move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lnTo>
                    <a:pt x="12700" y="191389"/>
                  </a:lnTo>
                  <a:lnTo>
                    <a:pt x="25400" y="191389"/>
                  </a:lnTo>
                  <a:cubicBezTo>
                    <a:pt x="25400" y="283083"/>
                    <a:pt x="99695" y="357378"/>
                    <a:pt x="191389" y="357378"/>
                  </a:cubicBezTo>
                  <a:lnTo>
                    <a:pt x="191389" y="370078"/>
                  </a:lnTo>
                  <a:lnTo>
                    <a:pt x="191389" y="357378"/>
                  </a:ln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184404"/>
                    <a:pt x="363093" y="178689"/>
                    <a:pt x="370078" y="178689"/>
                  </a:cubicBezTo>
                  <a:cubicBezTo>
                    <a:pt x="377063" y="178689"/>
                    <a:pt x="382778" y="184404"/>
                    <a:pt x="382778" y="191389"/>
                  </a:cubicBezTo>
                  <a:lnTo>
                    <a:pt x="370078" y="191389"/>
                  </a:lnTo>
                  <a:lnTo>
                    <a:pt x="357378" y="191389"/>
                  </a:lnTo>
                  <a:moveTo>
                    <a:pt x="382778" y="191389"/>
                  </a:moveTo>
                  <a:cubicBezTo>
                    <a:pt x="382778" y="198374"/>
                    <a:pt x="377063" y="204089"/>
                    <a:pt x="370078" y="204089"/>
                  </a:cubicBezTo>
                  <a:cubicBezTo>
                    <a:pt x="363093" y="204089"/>
                    <a:pt x="357378" y="198374"/>
                    <a:pt x="3573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cubicBezTo>
                    <a:pt x="85725" y="382778"/>
                    <a:pt x="0" y="297053"/>
                    <a:pt x="0" y="191389"/>
                  </a:cubicBezTo>
                  <a:cubicBezTo>
                    <a:pt x="0" y="85725"/>
                    <a:pt x="85725" y="0"/>
                    <a:pt x="191389" y="0"/>
                  </a:cubicBezTo>
                  <a:cubicBezTo>
                    <a:pt x="297053" y="0"/>
                    <a:pt x="382778" y="85725"/>
                    <a:pt x="382778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981795" y="9950673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10850" y="4810247"/>
            <a:ext cx="13199550" cy="331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1"/>
              </a:lnSpc>
            </a:pPr>
            <a:r>
              <a:rPr lang="en-US" sz="9399" b="true">
                <a:solidFill>
                  <a:srgbClr val="1D1D1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📋 Cleanup</a:t>
            </a:r>
          </a:p>
          <a:p>
            <a:pPr algn="l">
              <a:lnSpc>
                <a:spcPts val="12971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-5400000">
            <a:off x="17805179" y="5855957"/>
            <a:ext cx="275262" cy="275262"/>
            <a:chOff x="0" y="0"/>
            <a:chExt cx="367016" cy="3670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778" cy="382778"/>
            </a:xfrm>
            <a:custGeom>
              <a:avLst/>
              <a:gdLst/>
              <a:ahLst/>
              <a:cxnLst/>
              <a:rect r="r" b="b" t="t" l="l"/>
              <a:pathLst>
                <a:path h="382778" w="382778">
                  <a:moveTo>
                    <a:pt x="357378" y="191389"/>
                  </a:moveTo>
                  <a:cubicBezTo>
                    <a:pt x="357378" y="99695"/>
                    <a:pt x="283083" y="25400"/>
                    <a:pt x="191389" y="25400"/>
                  </a:cubicBezTo>
                  <a:lnTo>
                    <a:pt x="191389" y="12700"/>
                  </a:lnTo>
                  <a:lnTo>
                    <a:pt x="191389" y="25400"/>
                  </a:lnTo>
                  <a:lnTo>
                    <a:pt x="191389" y="12700"/>
                  </a:lnTo>
                  <a:lnTo>
                    <a:pt x="191389" y="25400"/>
                  </a:lnTo>
                  <a:cubicBezTo>
                    <a:pt x="99695" y="25400"/>
                    <a:pt x="25400" y="99695"/>
                    <a:pt x="25400" y="191389"/>
                  </a:cubicBezTo>
                  <a:lnTo>
                    <a:pt x="12700" y="191389"/>
                  </a:lnTo>
                  <a:lnTo>
                    <a:pt x="25400" y="191389"/>
                  </a:lnTo>
                  <a:cubicBezTo>
                    <a:pt x="25400" y="283083"/>
                    <a:pt x="99695" y="357378"/>
                    <a:pt x="191389" y="357378"/>
                  </a:cubicBezTo>
                  <a:lnTo>
                    <a:pt x="191389" y="370078"/>
                  </a:lnTo>
                  <a:lnTo>
                    <a:pt x="191389" y="357378"/>
                  </a:lnTo>
                  <a:cubicBezTo>
                    <a:pt x="283083" y="357378"/>
                    <a:pt x="357378" y="283083"/>
                    <a:pt x="357378" y="191389"/>
                  </a:cubicBezTo>
                  <a:cubicBezTo>
                    <a:pt x="357378" y="184404"/>
                    <a:pt x="363093" y="178689"/>
                    <a:pt x="370078" y="178689"/>
                  </a:cubicBezTo>
                  <a:cubicBezTo>
                    <a:pt x="377063" y="178689"/>
                    <a:pt x="382778" y="184404"/>
                    <a:pt x="382778" y="191389"/>
                  </a:cubicBezTo>
                  <a:lnTo>
                    <a:pt x="370078" y="191389"/>
                  </a:lnTo>
                  <a:lnTo>
                    <a:pt x="357378" y="191389"/>
                  </a:lnTo>
                  <a:moveTo>
                    <a:pt x="382778" y="191389"/>
                  </a:moveTo>
                  <a:cubicBezTo>
                    <a:pt x="382778" y="198374"/>
                    <a:pt x="377063" y="204089"/>
                    <a:pt x="370078" y="204089"/>
                  </a:cubicBezTo>
                  <a:cubicBezTo>
                    <a:pt x="363093" y="204089"/>
                    <a:pt x="357378" y="198374"/>
                    <a:pt x="357378" y="191389"/>
                  </a:cubicBezTo>
                  <a:lnTo>
                    <a:pt x="370078" y="191389"/>
                  </a:lnTo>
                  <a:lnTo>
                    <a:pt x="382778" y="191389"/>
                  </a:lnTo>
                  <a:cubicBezTo>
                    <a:pt x="382778" y="297053"/>
                    <a:pt x="297053" y="382778"/>
                    <a:pt x="191389" y="382778"/>
                  </a:cubicBezTo>
                  <a:cubicBezTo>
                    <a:pt x="85725" y="382778"/>
                    <a:pt x="0" y="297053"/>
                    <a:pt x="0" y="191389"/>
                  </a:cubicBezTo>
                  <a:cubicBezTo>
                    <a:pt x="0" y="85725"/>
                    <a:pt x="85725" y="0"/>
                    <a:pt x="191389" y="0"/>
                  </a:cubicBezTo>
                  <a:cubicBezTo>
                    <a:pt x="297053" y="0"/>
                    <a:pt x="382778" y="85725"/>
                    <a:pt x="382778" y="191389"/>
                  </a:cubicBezTo>
                  <a:close/>
                </a:path>
              </a:pathLst>
            </a:custGeom>
            <a:solidFill>
              <a:srgbClr val="8208D5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7846645" y="5897423"/>
            <a:ext cx="192381" cy="192381"/>
          </a:xfrm>
          <a:custGeom>
            <a:avLst/>
            <a:gdLst/>
            <a:ahLst/>
            <a:cxnLst/>
            <a:rect r="r" b="b" t="t" l="l"/>
            <a:pathLst>
              <a:path h="192381" w="192381">
                <a:moveTo>
                  <a:pt x="0" y="0"/>
                </a:moveTo>
                <a:lnTo>
                  <a:pt x="192381" y="0"/>
                </a:lnTo>
                <a:lnTo>
                  <a:pt x="192381" y="192381"/>
                </a:lnTo>
                <a:lnTo>
                  <a:pt x="0" y="1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432409" y="6195351"/>
            <a:ext cx="287250" cy="287250"/>
            <a:chOff x="0" y="0"/>
            <a:chExt cx="383000" cy="38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3032" cy="383032"/>
            </a:xfrm>
            <a:custGeom>
              <a:avLst/>
              <a:gdLst/>
              <a:ahLst/>
              <a:cxnLst/>
              <a:rect r="r" b="b" t="t" l="l"/>
              <a:pathLst>
                <a:path h="383032" w="383032">
                  <a:moveTo>
                    <a:pt x="0" y="191516"/>
                  </a:moveTo>
                  <a:cubicBezTo>
                    <a:pt x="0" y="85725"/>
                    <a:pt x="85725" y="0"/>
                    <a:pt x="191516" y="0"/>
                  </a:cubicBezTo>
                  <a:lnTo>
                    <a:pt x="191516" y="12700"/>
                  </a:lnTo>
                  <a:lnTo>
                    <a:pt x="191516" y="0"/>
                  </a:lnTo>
                  <a:cubicBezTo>
                    <a:pt x="297307" y="0"/>
                    <a:pt x="383032" y="85725"/>
                    <a:pt x="383032" y="191516"/>
                  </a:cubicBezTo>
                  <a:cubicBezTo>
                    <a:pt x="383032" y="297307"/>
                    <a:pt x="297307" y="383032"/>
                    <a:pt x="191516" y="383032"/>
                  </a:cubicBezTo>
                  <a:lnTo>
                    <a:pt x="191516" y="370332"/>
                  </a:lnTo>
                  <a:lnTo>
                    <a:pt x="191516" y="383032"/>
                  </a:lnTo>
                  <a:cubicBezTo>
                    <a:pt x="85725" y="383032"/>
                    <a:pt x="0" y="297307"/>
                    <a:pt x="0" y="191516"/>
                  </a:cubicBezTo>
                  <a:lnTo>
                    <a:pt x="12700" y="191516"/>
                  </a:lnTo>
                  <a:lnTo>
                    <a:pt x="22606" y="199390"/>
                  </a:lnTo>
                  <a:cubicBezTo>
                    <a:pt x="19304" y="203581"/>
                    <a:pt x="13589" y="205232"/>
                    <a:pt x="8509" y="203454"/>
                  </a:cubicBezTo>
                  <a:cubicBezTo>
                    <a:pt x="3429" y="201676"/>
                    <a:pt x="0" y="196850"/>
                    <a:pt x="0" y="191516"/>
                  </a:cubicBezTo>
                  <a:moveTo>
                    <a:pt x="25400" y="191516"/>
                  </a:moveTo>
                  <a:lnTo>
                    <a:pt x="12700" y="191516"/>
                  </a:lnTo>
                  <a:lnTo>
                    <a:pt x="2794" y="183642"/>
                  </a:lnTo>
                  <a:cubicBezTo>
                    <a:pt x="6096" y="179451"/>
                    <a:pt x="11811" y="177800"/>
                    <a:pt x="16891" y="179578"/>
                  </a:cubicBezTo>
                  <a:cubicBezTo>
                    <a:pt x="21971" y="181356"/>
                    <a:pt x="25400" y="186182"/>
                    <a:pt x="25400" y="191516"/>
                  </a:cubicBezTo>
                  <a:cubicBezTo>
                    <a:pt x="25400" y="283210"/>
                    <a:pt x="99822" y="357632"/>
                    <a:pt x="191516" y="357632"/>
                  </a:cubicBezTo>
                  <a:cubicBezTo>
                    <a:pt x="283210" y="357632"/>
                    <a:pt x="357632" y="283210"/>
                    <a:pt x="357632" y="191516"/>
                  </a:cubicBezTo>
                  <a:lnTo>
                    <a:pt x="370332" y="191516"/>
                  </a:lnTo>
                  <a:lnTo>
                    <a:pt x="357632" y="191516"/>
                  </a:lnTo>
                  <a:cubicBezTo>
                    <a:pt x="357632" y="99822"/>
                    <a:pt x="283210" y="25400"/>
                    <a:pt x="191516" y="25400"/>
                  </a:cubicBezTo>
                  <a:lnTo>
                    <a:pt x="191516" y="12700"/>
                  </a:lnTo>
                  <a:lnTo>
                    <a:pt x="191516" y="25400"/>
                  </a:lnTo>
                  <a:cubicBezTo>
                    <a:pt x="99822" y="25400"/>
                    <a:pt x="25400" y="99822"/>
                    <a:pt x="25400" y="191516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AutoShape 28" id="28"/>
          <p:cNvSpPr/>
          <p:nvPr/>
        </p:nvSpPr>
        <p:spPr>
          <a:xfrm>
            <a:off x="3945714" y="7273610"/>
            <a:ext cx="8944650" cy="19050"/>
          </a:xfrm>
          <a:prstGeom prst="line">
            <a:avLst/>
          </a:prstGeom>
          <a:ln cap="rnd" w="9525">
            <a:solidFill>
              <a:srgbClr val="0C0A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0502158" y="6265160"/>
            <a:ext cx="147600" cy="147600"/>
            <a:chOff x="0" y="0"/>
            <a:chExt cx="196800" cy="196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0C0A9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946939" y="1716004"/>
            <a:ext cx="322215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9"/>
              </a:lnSpc>
            </a:pPr>
            <a:r>
              <a:rPr lang="en-US" b="true" sz="12399">
                <a:solidFill>
                  <a:srgbClr val="0C0A9E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DAGXk_r9jyI</dc:identifier>
  <dcterms:modified xsi:type="dcterms:W3CDTF">2011-08-01T06:04:30Z</dcterms:modified>
  <cp:revision>1</cp:revision>
  <dc:title>Copy of Introduction to Coding Workshop by Slidesgo.pptx</dc:title>
</cp:coreProperties>
</file>